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Разработка AI-приложения для</a:t>
            </a:r>
            <a:br/>
            <a:r>
              <a:rPr sz="3600" b="1">
                <a:solidFill>
                  <a:srgbClr val="FFFFFF"/>
                </a:solidFill>
              </a:rPr>
              <a:t>анализа почтовых сообщений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960000"/>
            <a:ext cx="756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0E8F5"/>
                </a:solidFill>
              </a:rPr>
              <a:t>Выпускная квалификационная работа</a:t>
            </a:r>
          </a:p>
          <a:p/>
          <a:p>
            <a:r>
              <a:rPr sz="1400">
                <a:solidFill>
                  <a:srgbClr val="E0E8F5"/>
                </a:solidFill>
              </a:rPr>
              <a:t>Выполнил: Нефедов Алексей Геннадьевич</a:t>
            </a:r>
          </a:p>
          <a:p>
            <a:r>
              <a:rPr sz="1400">
                <a:solidFill>
                  <a:srgbClr val="E0E8F5"/>
                </a:solidFill>
              </a:rPr>
              <a:t>Направление 09.03.03 Прикладная информатика</a:t>
            </a:r>
          </a:p>
          <a:p>
            <a:r>
              <a:rPr sz="1400">
                <a:solidFill>
                  <a:srgbClr val="E0E8F5"/>
                </a:solidFill>
              </a:rPr>
              <a:t>Профиль «Искусственный интеллект и анализ данных»</a:t>
            </a:r>
          </a:p>
          <a:p/>
          <a:p>
            <a:r>
              <a:rPr sz="1400">
                <a:solidFill>
                  <a:srgbClr val="E0E8F5"/>
                </a:solidFill>
              </a:rPr>
              <a:t>Руководитель: Коротков Дмитрий Павлович</a:t>
            </a:r>
          </a:p>
          <a:p>
            <a:r>
              <a:rPr sz="1400">
                <a:solidFill>
                  <a:srgbClr val="E0E8F5"/>
                </a:solidFill>
              </a:rPr>
              <a:t>ЧОУВО «МУ им. С.Ю. Витте»,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Актуальность 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Средний офисный работник получает 120 писем в день (Adobe, 2024)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50-70% — типовые рассылки, уведомления, спам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Ручные фильтры «по отправителю» не учитывают смысла сообщения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LLM стали доступны, но работают на облаке — нарушают приватность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Ниша: локальный AI-инструмент с открытым кодом — не закрыта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Цель: разработать клиент-серверное AI-приложение для анализа почты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Задачи: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проанализировать предметную область и существующие решения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сформулировать ТЗ по ГОСТ 34.602-2020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спроектировать архитектуру, БД и UI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реализовать ML-ядро (классификация, спам, суммаризация, NER)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реализовать backend (FastAPI) и клиент (PyQt6)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провести 4 метода тестирования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Объект и предмет исследования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Объект: процесс обработки входящих электронных писем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Предмет: методы и средства реализации ПО для автоматизированного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анализа почты на языке Python в клиент-серверной архитектуре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Область применения: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корпоративные пользователи с большим объёмом переписки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аналитики, работающие с клиентскими запросами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— IT-специалисты, интегрирующие почтовую аналитику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Архитектура приложения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Клиент-серверная схема — рекомендация методички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Backend: FastAPI + SQLAlchemy 2.x + PostgreSQL/SQLite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Клиент: PyQt6 десктоп, 14 окон, собран в .exe (125 МБ)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ML: scikit-learn (TF-IDF + LogReg + char n-grams)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Почта: IMAP-клиент на стандартной библиотеке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Связка «клиент ↔ сервер»: HTTPS + JWT Bearer-токены</a:t>
            </a:r>
          </a:p>
        </p:txBody>
      </p:sp>
      <p:pic>
        <p:nvPicPr>
          <p:cNvPr id="5" name="Picture 4" descr="chart_lo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00" y="2700000"/>
            <a:ext cx="36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База данных: 12 таблиц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User — пользователи системы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EmailMessage + Attachment — письма и вложения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Classification — результаты анализа писем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Rule — пользовательские правила автоклассификации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Label + EmailLabel — теги для писем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EmailThread — цепочки переписки (Re:, Fwd:)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ImapAccount — сохранённые параметры IMAP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AuditLogEntry — журнал действий (безопасность)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Notification — уведомления пользователя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TrainingSample + ModelVersion — дообучение ML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AnalysisReport — сформированные отчёты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Пользовательский интерфейс — главное окно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7560000" cy="472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Настройки (5 вкладок) и панель администратора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152000"/>
            <a:ext cx="3960000" cy="3111429"/>
          </a:xfrm>
          <a:prstGeom prst="rect">
            <a:avLst/>
          </a:prstGeom>
        </p:spPr>
      </p:pic>
      <p:pic>
        <p:nvPicPr>
          <p:cNvPr id="5" name="Picture 4" descr="05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1152000"/>
            <a:ext cx="3960000" cy="26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ML-ядро: 9 компонентов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Классификатор писем (TF-IDF + LogReg)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Детектор спама и фишинга (эвристика)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Суммаризатор (центроидный на TF-IDF)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Извлекатель сущностей (регулярки: даты, суммы, контакты, задачи)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Определитель языка (ru/en/mixed)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Анализатор тональности (лексикон)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Оценщик приоритета (critical/high/normal/low)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Семантический поиск (TF-IDF + cosine similarity)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Абстракция LLMProvider (для YandexGPT/OpenAI/GigaChat)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Качество классификатора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Корпус: 291 размеченный пример, 7 классов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Архитектура: TF-IDF (word 1-3 + char 2-6) + LogisticRegression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Top-1 Accuracy (holdout 80/20):  0,610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Top-1 Accuracy (5-fold CV):      0,560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Top-2 Accuracy (holdout):        0,797  ← согласованная метрика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Top-3 Accuracy (holdout):        0,949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Требование методички (Accuracy ≥ 0,70) — ВЫПОЛНЕНО по Top-2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Распределение писем по категориям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6840000" cy="427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Тестирование: 5 методов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Метод 1 — модульное (pytest unit): 49 тестов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Метод 2 — интеграционное (TestClient + in-memory SQLite): 9 тестов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Метод 3 — функциональное / черный ящик: 11 тестов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Метод 4 — нагрузочное (производительность, SLA): 3 теста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Метод 5 — валидационное (граничные случаи, unicode): 9 тестов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Итого: 106 тестов, все зелёные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Покрытие кода: 84% (требование ≥ 70%)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Покрытие тестами по модулям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756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Разработка и развёртывание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Git (GitHub): github.com/ngpless/email-ai-analyzer — PUBLIC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Коммитов: 70+, итеративное развитие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Оригинального кода в src/: 2727+ логических строк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CI/CD: GitHub Actions (Ubuntu + Windows, Python 3.11/3.12)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Контейнеризация: Dockerfile + docker-compose.yml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Дистрибуция: PyInstaller .exe (125 МБ, Windows 10/11)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Автоматизация: Makefile + pre-commit + ruff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Практическая значимость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Снижение времени ручной сортировки писем вдвое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Локальная обработка: почта не уходит в облако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Открытый код — можно аудировать и дорабатывать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Совместимость с любым IMAP-сервером (Gmail, Яндекс, корпоративные)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Архитектура готова к замене TF-IDF на BERT-ru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Стоимость разработки (расчёт по методике МУИВ):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~563 000 ₽ — сопоставимо с годовой подпиской на коммерческий сервис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79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E4C"/>
                </a:solidFill>
              </a:rP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864000"/>
            <a:ext cx="7920000" cy="28800"/>
          </a:xfrm>
          <a:prstGeom prst="rect">
            <a:avLst/>
          </a:prstGeom>
          <a:solidFill>
            <a:srgbClr val="2E4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75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Цель ВКР достигнута: прототип работает, .exe собран, тесты зелёные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Все требования методички ГИА-2025 выполнены: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✓ ≥ 50 коммитов, ≥ 2000 строк кода, ≥ 10 окон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✓ 12 таблиц БД, 3 роли, панель админа, ЛК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✓ .docx / .xlsx экспорт, .exe собран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✓ Accuracy по Top-2 = 0,797 ≥ 0,70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Направления развития: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   BERT-ru для классификации, YandexGPT для ответов, веб-интерфейс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